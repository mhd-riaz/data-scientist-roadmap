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1B222C"/>
                </a:solidFill>
              </a:rPr>
              <a:t>Reading the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6675"/>
                </a:solidFill>
              </a:rPr>
              <a:t>A calibrated, abstaining classifier for 13-class news topic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B222C"/>
                </a:solidFill>
              </a:rPr>
              <a:t>Mohamed Riaz  ·  PES1PGE25DS037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6675"/>
                </a:solidFill>
              </a:rPr>
              <a:t>Supervised Machine Learning — Classification  ·  Mini Project  ·  Department of CSE, PES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same story, five times, filed five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 reader following several papers sees one wire story repeated, each publisher filing it under its own section names.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Sections are a publishing convention, not a property of the article — there is no shared taxonomy across mastheads.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So: assign every article a topic from one fixed 13-class taxonomy, independently of who published it.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A6675"/>
                </a:solidFill>
              </a:rPr>
              <a:t>The constraint I set myself: classical supervised ML only. No large language model anywhere in the pipeline — every prediction has to be explainable from the model's own weights.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13 classes: politics · business_economy · crime_justice · technology · sport · entertainment_arts · health · education · science_space · environment_climate · disaster_accident · conflict_war · society_lifestyle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research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An RSS feed gives you a headline and maybe a summary — about 33 words. That is what news classifiers are normally trained 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My collector follows the link and scrapes the body: a median of 3,765 characters, roughly 100× more text.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Is the body worth it? Not obviously — bodies also carry house style, boilerplate and author biographies, which are shortcuts a classifier will happily learn instead of the topic.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C0392B"/>
                </a:solidFill>
              </a:rPr>
              <a:t>Does 650 words of body beat 33 words of headline — and can I prove it rather than assume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2011680" cy="1737360"/>
          </a:xfrm>
          <a:prstGeom prst="roundRect">
            <a:avLst/>
          </a:prstGeom>
          <a:solidFill>
            <a:srgbClr val="F2F5F8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B222C"/>
                </a:solidFill>
              </a:rPr>
              <a:t>Collector</a:t>
            </a:r>
          </a:p>
          <a:p>
            <a:pPr algn="ctr"/>
            <a:r>
              <a:rPr sz="1100">
                <a:solidFill>
                  <a:srgbClr val="5A6675"/>
                </a:solidFill>
              </a:rPr>
              <a:t>Go service, 97 RSS/Atom feeds
→ MongoDB, deduplicated</a:t>
            </a:r>
          </a:p>
        </p:txBody>
      </p:sp>
      <p:sp>
        <p:nvSpPr>
          <p:cNvPr id="6" name="Can 5"/>
          <p:cNvSpPr/>
          <p:nvPr/>
        </p:nvSpPr>
        <p:spPr>
          <a:xfrm>
            <a:off x="2688336" y="3108960"/>
            <a:ext cx="146304" cy="182880"/>
          </a:xfrm>
          <a:prstGeom prst="can">
            <a:avLst/>
          </a:prstGeom>
          <a:solidFill>
            <a:srgbClr val="5A6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71215" y="2377440"/>
            <a:ext cx="2011680" cy="1737360"/>
          </a:xfrm>
          <a:prstGeom prst="roundRect">
            <a:avLst/>
          </a:prstGeom>
          <a:solidFill>
            <a:srgbClr val="F2F5F8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B222C"/>
                </a:solidFill>
              </a:rPr>
              <a:t>Preparation</a:t>
            </a:r>
          </a:p>
          <a:p>
            <a:pPr algn="ctr"/>
            <a:r>
              <a:rPr sz="1100">
                <a:solidFill>
                  <a:srgbClr val="5A6675"/>
                </a:solidFill>
              </a:rPr>
              <a:t>clean · admit · group
near-duplicate stories</a:t>
            </a:r>
          </a:p>
        </p:txBody>
      </p:sp>
      <p:sp>
        <p:nvSpPr>
          <p:cNvPr id="8" name="Can 7"/>
          <p:cNvSpPr/>
          <p:nvPr/>
        </p:nvSpPr>
        <p:spPr>
          <a:xfrm>
            <a:off x="4919471" y="3108960"/>
            <a:ext cx="146304" cy="182880"/>
          </a:xfrm>
          <a:prstGeom prst="can">
            <a:avLst/>
          </a:prstGeom>
          <a:solidFill>
            <a:srgbClr val="5A6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2352" y="2377440"/>
            <a:ext cx="2011680" cy="1737360"/>
          </a:xfrm>
          <a:prstGeom prst="roundRect">
            <a:avLst/>
          </a:prstGeom>
          <a:solidFill>
            <a:srgbClr val="F2F5F8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B222C"/>
                </a:solidFill>
              </a:rPr>
              <a:t>Snapshot</a:t>
            </a:r>
          </a:p>
          <a:p>
            <a:pPr algn="ctr"/>
            <a:r>
              <a:rPr sz="1100">
                <a:solidFill>
                  <a:srgbClr val="5A6675"/>
                </a:solidFill>
              </a:rPr>
              <a:t>frozen Parquet corpus
+ manifest of every input</a:t>
            </a:r>
          </a:p>
        </p:txBody>
      </p:sp>
      <p:sp>
        <p:nvSpPr>
          <p:cNvPr id="10" name="Can 9"/>
          <p:cNvSpPr/>
          <p:nvPr/>
        </p:nvSpPr>
        <p:spPr>
          <a:xfrm>
            <a:off x="7150608" y="3108960"/>
            <a:ext cx="146304" cy="182880"/>
          </a:xfrm>
          <a:prstGeom prst="can">
            <a:avLst/>
          </a:prstGeom>
          <a:solidFill>
            <a:srgbClr val="5A6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33488" y="2377440"/>
            <a:ext cx="2011680" cy="1737360"/>
          </a:xfrm>
          <a:prstGeom prst="roundRect">
            <a:avLst/>
          </a:prstGeom>
          <a:solidFill>
            <a:srgbClr val="F2F5F8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B222C"/>
                </a:solidFill>
              </a:rPr>
              <a:t>Model</a:t>
            </a:r>
          </a:p>
          <a:p>
            <a:pPr algn="ctr"/>
            <a:r>
              <a:rPr sz="1100">
                <a:solidFill>
                  <a:srgbClr val="5A6675"/>
                </a:solidFill>
              </a:rPr>
              <a:t>word+char TF-IDF → linear SVM
+ isotonic calibration</a:t>
            </a:r>
          </a:p>
        </p:txBody>
      </p:sp>
      <p:sp>
        <p:nvSpPr>
          <p:cNvPr id="12" name="Can 11"/>
          <p:cNvSpPr/>
          <p:nvPr/>
        </p:nvSpPr>
        <p:spPr>
          <a:xfrm>
            <a:off x="9381744" y="3108960"/>
            <a:ext cx="146304" cy="182880"/>
          </a:xfrm>
          <a:prstGeom prst="can">
            <a:avLst/>
          </a:prstGeom>
          <a:solidFill>
            <a:srgbClr val="5A6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64624" y="2377440"/>
            <a:ext cx="2011680" cy="1737360"/>
          </a:xfrm>
          <a:prstGeom prst="roundRect">
            <a:avLst/>
          </a:prstGeom>
          <a:solidFill>
            <a:srgbClr val="F2F5F8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B222C"/>
                </a:solidFill>
              </a:rPr>
              <a:t>Demo UI</a:t>
            </a:r>
          </a:p>
          <a:p>
            <a:pPr algn="ctr"/>
            <a:r>
              <a:rPr sz="1100">
                <a:solidFill>
                  <a:srgbClr val="5A6675"/>
                </a:solidFill>
              </a:rPr>
              <a:t>Streamlit: classify, explain,
abstain, 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Nothing is deployed. This is a proof of concept: build it, measure it honestly, then decide whether it earns a deployment conversation.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222C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Corpus at the frozen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14,189 articles, 40 publishers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Human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8,001 — single label, 13 classes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Body coverage on labelled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94.3% (median 3,765 chars)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Class imbalance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6.7 :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Labelled split (grouped + temporal)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train 5,487 / val 1,120 / test 1,159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Rejected by admission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4.1% (582 articles)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Labels were produced over three rounds with a targeted sampler, because random sampling could never reach the rare classes — conflict_war is 1.7% of news, so 150 labels would need ~9,000 random draws.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Preparation is where the accuracy came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Boilerplate discovery, per source. 355 repeated furniture lines across 47 sources — “Story continues below this ad” is in 75% of one publisher's bodies.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A6675"/>
                </a:solidFill>
              </a:rPr>
              <a:t>Including multi-sentence author biographies, which a length-based rule cannot reach. A cricket correspondent's bio inside a business article drags it toward sport.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Nine admission gates, each a switch so its cost can be measured, not assumed. 4.1% rejected.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Near-duplicate story grouping: TF-IDF cosine blocking, then verification with time-gap and boilerplate guards. Precision 0.86 at recall 0.81 on 43 hand-judged pairs.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A6675"/>
                </a:solidFill>
              </a:rPr>
              <a:t>Grouping on bodies folds 999 articles vs 708 on headlines, +41%. This matters: a syndicated copy of a training article landing in validation is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How the evaluation avoids fooling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Grouped + temporal splits. No story group spans two splits; every test article was collected after every training article.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Bootstrap intervals resample story groups, not articles — syndicated copies of one story are not independent observations.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Model comparisons use McNemar's test, never a subtraction of two accuracies.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Two publisher holdouts scored on every run: The Hindu (in-distribution) and The Guardian (out-of-distribution), each refit without that publisher.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The test split was opened exactly once, through one function that refuses to run without an explicit flag — after the model was frozen.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Any delta under ~0.03 on a 1,120-article validation split is noise. The harness exists to stop that being read as signal.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body wins — measured, not assumed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222C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title+summary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title+body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McNemar p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majority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ComplementNB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2.8e-02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TF-IDF + LogisticRegression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3.0e-05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TF-IDF + LinearSVC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0.696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1.3e-04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word+char SVM  (final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C0392B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C0392B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C0392B"/>
                          </a:solidFill>
                        </a:rPr>
                        <a:t>7.5e-06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E7A4B"/>
                </a:solidFill>
              </a:rPr>
              <a:t>+0.059 macro-F1, non-overlapping intervals, p = 7.5e-06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ComplementNB gets WORSE with the body — its term-independence assumption is length-sensitive. “More text” is not universally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Everything else I tried, and lost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222C"/>
                          </a:solidFill>
                        </a:rPr>
                        <a:t>Alternative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Kept?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Entity / geography scrubbing (spaCy)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 rule cleared the 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Up-weighting the title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monotonically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Tuning C over a 6×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moves macro-F1 by 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XGBoost on 256 SVD 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−0.036, 5× slower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Random forest / extra trees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−0.041 to −0.087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MiniLM sentence embeddings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−0.061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Majority vote over 10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+0.001, p = 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Per-class confidence cuts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 better than one global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A negative result you can defend is worth more than a positive one you cannot. Every row carries an interval or a paired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ensemble paradox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The models DO disagree. A perfect selector over the ten candidates would score 0.900 [0.878, 0.919] — disjoint from the incumbent's 0.771.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And every reachable vote lands on 0.771. Four different member sets, four ties, McNemar p = 1.0000.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Why: the disagreement is asymmetric. MiniLM rescues 70 of the incumbent's errors and destroys 148 of its correct answers — worse than 2:1 against.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A6675"/>
                </a:solidFill>
              </a:rPr>
              <a:t>A vote has no way to know which side of that trade it is on. So I refused to build the stacked ensemble the plan had scheduled, and recorded why.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C0392B"/>
                </a:solidFill>
              </a:rPr>
              <a:t>The 0.129 oracle gap says a SELECTOR would pay where an AVERAGE does not — which is exactly what abstention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Novelty 1 — the confidence number is honest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9966960" cy="35228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A LinearSVC margin is a signed distance from a hyperplane: no scale, not comparable across classes. Isotonic calibration on 5 grouped folds of train makes it a probability. ECE 0.039 on validation, 0.021 on test — the calibration generalised BETTER than the accuracy did.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Novelty 2 — it is allowed to say “I don't know”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222C"/>
                          </a:solidFill>
                        </a:rPr>
                        <a:t>On the held-out test split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B222C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B222C"/>
                          </a:solidFill>
                        </a:rPr>
                        <a:t>accuracy on what it files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B222C"/>
                          </a:solidFill>
                        </a:rPr>
                        <a:t>forced to answer everything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B222C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B222C"/>
                          </a:solidFill>
                        </a:rPr>
                        <a:t>77.7%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392B"/>
                          </a:solidFill>
                        </a:rPr>
                        <a:t>abstain below 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C0392B"/>
                          </a:solidFill>
                        </a:rPr>
                        <a:t>80.7%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C0392B"/>
                          </a:solidFill>
                        </a:rPr>
                        <a:t>83.4%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B222C"/>
                </a:solidFill>
              </a:rPr>
              <a:t>The cut is fitted on training out-of-fold probabilities for 90% precision — never on anything it is scored against.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B222C"/>
                </a:solidFill>
              </a:rPr>
              <a:t>Per-class cuts bought nothing (0.879 vs 0.891 at matched coverage): once calibration makes scores comparable across classes, one global cut is enough.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B222C"/>
                </a:solidFill>
              </a:rPr>
              <a:t>It abstains on the right things: on the 63 articles humans labelled “unsorted”, median confidence is 0.70 against 0.81 on labelled articles.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held-out test split, opened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222C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B222C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1,159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C0392B"/>
                          </a:solidFill>
                        </a:rPr>
                        <a:t>0.769 [0.738, 0.794]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C0392B"/>
                          </a:solidFill>
                        </a:rPr>
                        <a:t>0.751 [0.719, 0.780]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expected calibration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coverage at the shipping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76.1%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80.7%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B222C"/>
                          </a:solidFill>
                        </a:rPr>
                        <a:t>accuracy on filed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B222C"/>
                          </a:solidFill>
                        </a:rPr>
                        <a:t>0.834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7A4B"/>
                </a:solidFill>
              </a:rPr>
              <a:t>Delta -0.018 against a pre-registered ±0.05 guard, intervals overlapping. Nothing was changed in response.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Per class — and which scores mean anything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120640" cy="4511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8288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1B222C"/>
                </a:solidFill>
              </a:rPr>
              <a:t>sport 0.95, entertainment_arts 0.89 — tight intervals, real measurements.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5A6675"/>
                </a:solidFill>
              </a:rPr>
              <a:t>education 0.71 has 29 validation articles and an interval a quarter of an F1 point wide. That is noise, and it is labelled as noise.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222C"/>
                </a:solidFill>
              </a:rPr>
              <a:t>society_lifestyle 0.42 is a definitional grab-bag: community + labour + lifestyle glued together.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5A6675"/>
                </a:solidFill>
              </a:rPr>
              <a:t>But it still calibrates honestly — 91% precision at a high cut. Weak at RANKING, fine at KNOWING. Abstention protects it.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222C"/>
                </a:solidFill>
              </a:rPr>
              <a:t>18.6% of errors sit on class pairs where human annotators disagreed with each other. Macro-F1 has a real ceiling below 1.0.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Paste any news article — it classifies, scores its own confidence, and either files it or holds it for review.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Explains itself: the model is linear over TF-IDF, so the decision is a plain sum of weight × term-frequency. The largest terms ARE the reasons — an exact explanation, not an approximation.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The abstention dial is live: move the cut, watch coverage and accuracy trade.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 Validation tab with the real per-class intervals, reliability diagram and confusion matrix — the evidence, not a claim.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And a batch tab that runs the model over real collected articles nobody labelled.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675"/>
                </a:solidFill>
              </a:rPr>
              <a:t>uv run streamlit run app/streamlit_app.py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What I would not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Four-day collection window. Nothing here measures topic drift over weeks — the publisher holdouts carry the whole generalisation argument.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English only, and India-heavy: 40 publishers, mostly Indian mastheads plus The Guardian, BBC and France 24.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conflict_war has 120 training articles and moved −0.14 on test. A thin class behaving like a thin class — flagged in advance, not explained afterwards.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The label set is single-annotator for most rounds, so label noise cannot be estimated from agreement.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Next lever is a fine-tuned transformer encoder — deliberately sequenced AFTER this A/B, so any gain can be attributed to one change.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0392B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B222C"/>
                </a:solidFill>
              </a:rPr>
              <a:t>What the project actually showed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9525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Article bodies beat headlines by +0.059 macro-F1, p = 7.5e-06. The hypothesis held.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No fancier model family or ensemble improved on a linear SVM over TF-IDF. The classifier was never the bottleneck — data preparation was.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Calibration plus a rejection option turned a 77.7%-accurate classifier into one that files 80.7% of unseen articles at 83.4% accuracy.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B222C"/>
                </a:solidFill>
              </a:rPr>
              <a:t>Test macro-F1 0.751 [0.719, 0.780], on a split opened once and never reopened.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C0392B"/>
                </a:solidFill>
              </a:rPr>
              <a:t>The most useful output of this project is the list of things that did not work, each with a p-value attached.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